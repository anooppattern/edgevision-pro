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 — EdgeVision Fabric Lens · Pattern AI Labs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Positioning — one edge platform, one QSR vision lens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 — the visibility gap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 — the compounding cost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Solution — a vision system that intervenes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Solution — the intervention loop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Tech — five techniques, one vision system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Tech — object detection &amp; classification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Tech — action recognition &amp; tracking/re-ID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Tech — signal fusion (the moat)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Tech — custom-model lifecycle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Value — six P&amp;L-tied measurement categories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Value — the fusion-only KPIs (the moat)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cases — QSR: speed, accuracy, safety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cases — drive-thru &amp; every service window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cases — retail store floor (two lenses)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Platform — product architecture (three zones)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Platform — Intel hardware &amp; privacy by design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— the paradigm shift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Proof — production lineage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Engagement — pilot to production to chain rollout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 — see every station, catch every drift, intervene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02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03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04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05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06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07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08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09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10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1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12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13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14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15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16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17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18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19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20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2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22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Pattern AI Labs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EdgeVision Fabric Lens</dc:title>
  <dc:subject>EdgeVision Fabric Lens</dc:subject>
  <dc:creator>Pattern AI Labs</dc:creator>
  <cp:lastModifiedBy>Pattern AI Labs</cp:lastModifiedBy>
  <cp:revision>1</cp:revision>
  <dcterms:created xsi:type="dcterms:W3CDTF">2026-08-08T08:29:23Z</dcterms:created>
  <dcterms:modified xsi:type="dcterms:W3CDTF">2026-08-08T08:29:23Z</dcterms:modified>
</cp:coreProperties>
</file>