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Cover — EdgeVision Fabric Lens · Pattern AI Labs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Positioning — one edge platform, one QSR vision lens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Problem — the visibility gap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Problem — the compounding cost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Solution — a vision system that intervenes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Solution — the intervention loop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Tech — five techniques, one vision system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Tech — object detection &amp; classification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Tech — action recognition &amp; tracking/re-ID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Tech — signal fusion (the moat)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Tech — custom-model lifecycle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Value — six P&amp;L-tied measurement categories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Value — the fusion-only KPIs (the moat)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cases — QSR: speed, accuracy, safety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cases — drive-thru &amp; every service window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cases — retail store floor (two lenses)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Platform — product architecture (three zones)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Platform — Intel hardware &amp; privacy by design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Why — the paradigm shift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Proof — production lineage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Engagement — pilot to production to chain rollout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Closing — see every station, catch every drift, intervene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pptimg/slide-0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pptimg/slide-02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pptimg/slide-03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pptimg/slide-04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pptimg/slide-05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pptimg/slide-06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pptimg/slide-07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pptimg/slide-08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pptimg/slide-09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pptimg/slide-10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pptimg/slide-1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pptimg/slide-12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pptimg/slide-13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pptimg/slide-14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pptimg/slide-15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pptimg/slide-16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pptimg/slide-17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pptimg/slide-18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pptimg/slide-19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pptimg/slide-20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pptimg/slide-2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pptimg/slide-22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Pattern AI Labs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EdgeVision Fabric Lens</dc:title>
  <dc:subject>EdgeVision Fabric Lens</dc:subject>
  <dc:creator>Pattern AI Labs</dc:creator>
  <cp:lastModifiedBy>Pattern AI Labs</cp:lastModifiedBy>
  <cp:revision>1</cp:revision>
  <dcterms:created xsi:type="dcterms:W3CDTF">2026-08-05T16:58:16Z</dcterms:created>
  <dcterms:modified xsi:type="dcterms:W3CDTF">2026-08-05T16:58:16Z</dcterms:modified>
</cp:coreProperties>
</file>