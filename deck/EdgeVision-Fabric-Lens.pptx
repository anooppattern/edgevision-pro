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EdgeVision Fabric Lens · Pattern AI Labs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— one edge platform, one QSR vision lens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the visibility gap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— the compounding 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a vision system that intervenes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— the intervention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— five techniques, one vision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— object detection &amp; classification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— action recognition &amp; tracking/re-ID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— signal fusion (the moat)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— custom-model lifecycle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— six P&amp;L-tied measurement categories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— the fusion-only KPIs (the moat)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— QSR: speed, accuracy,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— drive-thru &amp; every service window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— retail store floor (two lenses)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— product architecture (three zones)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 — Intel hardware &amp; privacy by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— the paradigm shift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— production lineage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— pilot to production to chain rollout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see every station, catch every drift, intervene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2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ptimg/slid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Fabric Lens</dc:title>
  <dc:subject>EdgeVision Fabric Lens</dc:subject>
  <dc:creator>Pattern AI Labs</dc:creator>
  <cp:lastModifiedBy>Pattern AI Labs</cp:lastModifiedBy>
  <cp:revision>1</cp:revision>
  <dcterms:created xsi:type="dcterms:W3CDTF">2026-08-05T18:07:54Z</dcterms:created>
  <dcterms:modified xsi:type="dcterms:W3CDTF">2026-08-05T18:07:54Z</dcterms:modified>
</cp:coreProperties>
</file>