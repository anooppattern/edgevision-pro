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— EdgeVision Fabric Lens · Pattern AI Labs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 — one edge platform, one QSR vision lens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— the visibility gap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— the compounding cost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— a vision system that intervenes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— the intervention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five techniques, one vision system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object detection &amp; classification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action recognition &amp; tracking/re-ID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signal fusion (the moat)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Tech — custom-model lifecycle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— six P&amp;L-tied measurement categories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Value — the fusion-only KPIs (the moat)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QSR: speed, accuracy, safety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drive-thru &amp; every service window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retail store floor (two lenses)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Platform — product architecture (three zones)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Platform — Intel hardware &amp; privacy by design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— the paradigm shift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Proof — production lineage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Engagement — pilot to production to chain rollout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— see every station, catch every drift, intervene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0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3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4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5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6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7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8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19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20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2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edgevision-pro/436fd082-261e-51d6-8eb6-5a0fa453e8f2/scratchpad/pptimg/slide-22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Pattern AI Labs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EdgeVision Fabric Lens</dc:title>
  <dc:subject>EdgeVision Fabric Lens</dc:subject>
  <dc:creator>Pattern AI Labs</dc:creator>
  <cp:lastModifiedBy>Pattern AI Labs</cp:lastModifiedBy>
  <cp:revision>1</cp:revision>
  <dcterms:created xsi:type="dcterms:W3CDTF">2026-07-29T03:46:09Z</dcterms:created>
  <dcterms:modified xsi:type="dcterms:W3CDTF">2026-07-29T03:46:09Z</dcterms:modified>
</cp:coreProperties>
</file>