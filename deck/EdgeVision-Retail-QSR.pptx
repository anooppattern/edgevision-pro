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Ch.01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Challenge — store floor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Ch.02 The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 — EdgeVision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Operations Console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Ch.03 Two Lenses, One Network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&amp; Staff Analytics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at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VIP Recognition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Hidden Loops (per-staff activity)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Brand-Level Staff Heat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— the long tail of use-cases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Edition — From Counter to Drive-Thru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Capabilities —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Drive-Thru Operations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—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Ch.05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GenAI analytics changes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Intelligence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Edge-First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 &amp; 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three weeks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</dc:title>
  <dc:subject>PptxGenJS Presentation</dc:subject>
  <dc:creator>Pattern AI Labs</dc:creator>
  <cp:lastModifiedBy>Pattern AI Labs</cp:lastModifiedBy>
  <cp:revision>1</cp:revision>
  <dcterms:created xsi:type="dcterms:W3CDTF">2026-08-08T08:29:23Z</dcterms:created>
  <dcterms:modified xsi:type="dcterms:W3CDTF">2026-08-08T08:29:23Z</dcterms:modified>
</cp:coreProperties>
</file>