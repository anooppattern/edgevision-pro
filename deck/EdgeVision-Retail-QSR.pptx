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Ch.01 The Visibility Gap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Challenge — store floor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Ch.02 The Platform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Solution — EdgeVision Platform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Operations Console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Ch.03 Two Lenses, One Network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&amp; Staff Analytics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at 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 Analytics, elaborated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Heat Mapping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VIP Recognition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Analytics, elaborated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Hidden Loops (per-staff activity)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Brand-Level Staff Heat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Retail — the long tail of use-cases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Edition — From Counter to Drive-Thru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Capabilities — speed, accuracy,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Drive-Thru Operations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QSR — every service window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Ch.05 The Paradigm Shift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GenAI analytics changes everything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Intelligence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Edge-First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 &amp; 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Engagement — three weeks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Pattern AI Labs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— every store &amp; line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rqimg/slide-2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— Retail &amp; QSR</dc:title>
  <dc:subject>PptxGenJS Presentation</dc:subject>
  <dc:creator>Pattern AI Labs</dc:creator>
  <cp:lastModifiedBy>Pattern AI Labs</cp:lastModifiedBy>
  <cp:revision>1</cp:revision>
  <dcterms:created xsi:type="dcterms:W3CDTF">2026-08-05T16:24:55Z</dcterms:created>
  <dcterms:modified xsi:type="dcterms:W3CDTF">2026-08-05T16:24:55Z</dcterms:modified>
</cp:coreProperties>
</file>