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~20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Drive-thru is the biggest revenue line and the hardest to measure. We instrument it on the cameras you already have — per lane, per car,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contrast. Old analytics COUNTS; EdgeVision UNDERSTANDS context and tells you what to do. Read one example out loud — it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2026-08-05T16:57:42Z</dcterms:created>
  <dcterms:modified xsi:type="dcterms:W3CDTF">2026-08-05T16:57:42Z</dcterms:modified>
</cp:coreProperties>
</file>