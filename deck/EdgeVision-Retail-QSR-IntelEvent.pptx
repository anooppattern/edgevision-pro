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 — thank them for the closed-room time. One line: 'We turn the cameras you already have into something that helps you run the store, in real time.' Set the frame: ~25 min, then open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pain everyone feels: you've invested in cameras, but they only help AFTER something goes wrong. Quick show of hands: 'Who's reviewed footage only after a complaint?'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blind spots that cost money every day. Keep it conversational and tie each to their world — staffing, layout, service. These are exactly what we remove.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shift in one sentence: cameras that think. Not more screens to watch — an AI teammate that tells your team what to do,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the non-technical folks: nothing to rip out, no cloud, one small Intel box per site. Four simple steps — connect, watch, understand,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from features to outcomes. Pick the one that matters most to THIS room (sales, service, loss, or safety) and expand with a quick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'Let's make it concrete — first, your stores.'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cameras, two answers: what the customer is experiencing, and how the team is performing. Speaks to GMs and ops leaders.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Retail use cases, customer side — one line each. Don't read them all; pause on the two or three that match this room and let them 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Retail use cases, operations side — staffing, shrink, safety, compliance. Ask which of these currently costs them the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Managers don't want AI — they want ONE screen. Walk the live snapshot, the footfall trend, and the alert stream they'd actually act on. Make it feel like their morning huddle.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it as a story: a gold-tier guest walks in, the manager's phone lights up, the right welcome happens in seconds. Stress privacy — no faces are stored.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'Now your restaurants.'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Speed, accuracy, safety — the three things every QSR operator lives by. Tie to P&amp;L and health/FSSAI audits.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QSR use cases, speed &amp; accuracy — one line each, tied straight to revenue and throughput. Let operators point at their pain.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QSR use cases, safety &amp; ops — PPE, handwash, hold-times, cleaning, labour. This is the audit-and-compliance story; great for multi-unit operators.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WHY. Keep it plain: a Vision-Language Model reads a frame like a person would. THAT is why it can judge quality and context, not just detect motion. Don't go deep on the tech — one or two sentences.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contrast lands the point — old cameras count, GenAI understands. Read one example out loud; it always gets a nod.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their money. Pick the lever that matters most to this room and do the quick mental math with them — small lifts on traffic they already have. Invite them to plug in their own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Handle the two objections head-on: privacy and IT. Nothing leaves the store; it runs on Intel. Lean into the Intel partnership — we're at their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Credibility: Intel Edge AI Partner, production computer vision at scale, purpose-built for retail + QSR. Names they'll recognise.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ask: pick ONE location, 3-week pilot, see live results with zero risk to the rest of the estate. Close with: 'Which location should we start with?'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1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1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1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2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evimg/slide-2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Pattern AI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EdgeVision — Retail &amp; QSR · Intel Event</dc:title>
  <dc:subject>PptxGenJS Presentation</dc:subject>
  <dc:creator>Pattern AI Labs</dc:creator>
  <cp:lastModifiedBy>Pattern AI Labs</cp:lastModifiedBy>
  <cp:revision>1</cp:revision>
  <dcterms:created xsi:type="dcterms:W3CDTF">2026-08-08T08:28:37Z</dcterms:created>
  <dcterms:modified xsi:type="dcterms:W3CDTF">2026-08-08T08:28:37Z</dcterms:modified>
</cp:coreProperties>
</file>